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OSSPolicyGuard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Open Source Risk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what's in your software. Trust what you ship.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codebases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open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731520"/>
            <a:ext cx="27432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77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at least 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or high-severity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731520"/>
            <a:ext cx="27432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777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breach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(IBM, 2024)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incidents: SolarWinds (18K orgs) · Log4Shell (93% cloud envs) · XZ Utils backdoor · Thousands of malicious npm/PyPI packages annually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security tools stop at the firewall. Your risk lives in your package manager."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Manage OSS Risk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32004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Ad-hoc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consistent scoring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documented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Results vary by reviewer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731520"/>
            <a:ext cx="2743200" cy="32004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Scanners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CVE-only focus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 supply chain attacks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geopolitical signal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Binary pass/fail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743200" cy="32004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2801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Typosquatting undetected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license compliance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unified multi-ecosystem 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policy-as-code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8736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Reactive, inconsistent, un-auditable OSS governance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OSSPolicyGuard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Evidence-Based Open Source Risk Intelligence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2377440"/>
          </a:xfrm>
          <a:prstGeom prst="rect">
            <a:avLst/>
          </a:prstGeom>
          <a:solidFill>
            <a:srgbClr val="0D154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Evidence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EPSS · OSV · 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· KEV · Geo · Downloads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2377440"/>
          </a:xfrm>
          <a:prstGeom prst="rect">
            <a:avLst/>
          </a:prstGeom>
          <a:solidFill>
            <a:srgbClr val="0D154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154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REVIEW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with audit trail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51760" cy="2377440"/>
          </a:xfrm>
          <a:prstGeom prst="rect">
            <a:avLst/>
          </a:prstGeom>
          <a:solidFill>
            <a:srgbClr val="0D154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Ecosystems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154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· PyPI · crates.io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RubyGems · NuGet · Packagist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OSSPolicyGuard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16002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777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8046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1417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Package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8745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version,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ecosystem, criticality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731520"/>
            <a:ext cx="16002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777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6020" y="8046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65960" y="1417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18745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parallel providers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GitHub · EPSS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03320" y="731520"/>
            <a:ext cx="16002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9100" y="777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9100" y="8046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1417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Dimensions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18745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35%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731520"/>
            <a:ext cx="16002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2180" y="777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2180" y="8046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1417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Policy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18745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vs.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Business-Critical vs.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thresholds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69480" y="731520"/>
            <a:ext cx="16002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5260" y="777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5260" y="80467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14173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Report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18745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REVIEW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+ SARIF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Markdown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859536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requests v2.31.0 (PyPI) → Score: 94/100 → Decision: ✅ APPROVED | Risk: Low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Evidence Signals — What We Analyze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" y="71323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71323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98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CVE Intelligence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234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API v2 + EPSS exploit probability; CVSSv3.1 with 3-year look-back window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71323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71323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7498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OSV Advisories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234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OSV.dev + GHSA + ossf/malicious-packages MAL- detection across all ecosystems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71323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71323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7498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EPSS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FIRST.org Exploit Prediction; weighted deduction per weaponisation probability tier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71323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71323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7498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Geopolitical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1234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locations + commit weighting; configurable high-risk country 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" y="272491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272491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27614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Community Adoption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" y="3246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weekly downloads (npm/PyPI) + GitHub stars; ecosystem-specific benchmarks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72491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272491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7614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OpenSSF Scorecard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3246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checks: Code-Review, Branch-Protection, SAST, Pinned-Dependencies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72491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72491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7614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Project Activity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246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commit; staleness buckets from 7 days to 365+ days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724912"/>
            <a:ext cx="2103120" cy="187452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2724912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7614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CISA KEV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3246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Exploited Vulnerabilities catalog; real-time correlation to package CVEs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Package Ecosystems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1645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1323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685800"/>
            <a:ext cx="1371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7132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011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13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685800"/>
            <a:ext cx="6400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7132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685800"/>
            <a:ext cx="2286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713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051560"/>
            <a:ext cx="164592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0789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Node.js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1051560"/>
            <a:ext cx="13716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0116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789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npmjs.org/downloads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051560"/>
            <a:ext cx="6400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07899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1051560"/>
            <a:ext cx="22860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078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weekly count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145389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4813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145389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14813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45389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pypistats.org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1453896"/>
            <a:ext cx="640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14813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1453896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4813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weekly count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1856232"/>
            <a:ext cx="164592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18836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0" y="1856232"/>
            <a:ext cx="13716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18836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crates.io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1856232"/>
            <a:ext cx="20116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1883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crates.io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1856232"/>
            <a:ext cx="6400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188366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1856232"/>
            <a:ext cx="22860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18836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window ÷ 13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225856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28600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0" y="22585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22860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RubyGems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225856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22860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rubygems.org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2258568"/>
            <a:ext cx="640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228600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52160" y="225856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97880" y="2286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÷ 52 (est.)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" y="2660904"/>
            <a:ext cx="164592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268833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0" y="2660904"/>
            <a:ext cx="13716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26883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0" y="2660904"/>
            <a:ext cx="20116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46120" y="26883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nuget.org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12080" y="2660904"/>
            <a:ext cx="6400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268833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52160" y="2660904"/>
            <a:ext cx="22860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97880" y="268833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÷ 104 (est.)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82880" y="30632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30906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0" y="306324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74520" y="30906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0" y="306324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30906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212080" y="3063240"/>
            <a:ext cx="640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309067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852160" y="306324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97880" y="30906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÷ 4 (est.)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82880" y="3465576"/>
            <a:ext cx="164592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828800" y="3465576"/>
            <a:ext cx="13716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74520" y="34930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Central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00400" y="3465576"/>
            <a:ext cx="20116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3493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212080" y="3465576"/>
            <a:ext cx="64008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57800" y="349300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852160" y="3465576"/>
            <a:ext cx="2286000" cy="38404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9788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 API (roadmap)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82880" y="3977640"/>
            <a:ext cx="877824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39959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soon: Container (OCI) scanning · Private registries (JFrog, Nexus, AWS CodeArtifact) · SBOM generation (CycloneDX 1.5 / SPDX 2.3)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Evaluation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572000" cy="42976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"package": "requests",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"2.31.0",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"ecosystem": "pypi",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"score": 94,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"decision": "APPROVED",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"Low",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"dimensions":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"security": 98,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"activity": 95,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"trust":    88,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"community":92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"malicious_package_detected":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"findings": [],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"policy_digest": "sha256:a3f9..."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0" y="749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35%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581912"/>
            <a:ext cx="3749040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81912"/>
            <a:ext cx="3674059" cy="2560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30%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9152"/>
            <a:ext cx="3749040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359152"/>
            <a:ext cx="3561588" cy="2560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   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136392"/>
            <a:ext cx="3749040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136392"/>
            <a:ext cx="3299155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788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88/100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15%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913632"/>
            <a:ext cx="3749040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913632"/>
            <a:ext cx="3449117" cy="2560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566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4343400"/>
            <a:ext cx="3931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370832"/>
            <a:ext cx="3931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94/100  ✅ APPROVED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OSSPolicyGuard Different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251960" cy="196596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13232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58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CVEs: Supply Chain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typosquatting, dependency confusion, malicious packages, and maintainer credibility degradation — not just known CVEs.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13232"/>
            <a:ext cx="4251960" cy="196596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713232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58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Risk Signal (Unique)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261872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Commit-weighted contributor geolocation; penalty for packages maintained primarily by contributors in high-risk geographies.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2816352"/>
            <a:ext cx="4251960" cy="196596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816352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62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with Audit Trail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364992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PolicyBundle with SHA-256 digest — every decision is traceable to a specific policy version. Ready for SOC 2, FedRAMP, PCI-DSS.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16352"/>
            <a:ext cx="4251960" cy="196596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16352"/>
            <a:ext cx="4251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62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Criticality-Tiered Decisions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64992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components get stricter thresholds than utilities. Right risk tolerance for every context in your stack.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411480"/>
          </a:xfrm>
          <a:prstGeom prst="rect">
            <a:avLst/>
          </a:prstGeom>
          <a:solidFill>
            <a:srgbClr val="33406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76656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658368"/>
            <a:ext cx="1463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676656"/>
            <a:ext cx="1463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OSSPolicyGuard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658368"/>
            <a:ext cx="1097280" cy="411480"/>
          </a:xfrm>
          <a:prstGeom prst="rect">
            <a:avLst/>
          </a:prstGeom>
          <a:solidFill>
            <a:srgbClr val="33406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676656"/>
            <a:ext cx="10972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658368"/>
            <a:ext cx="1097280" cy="411480"/>
          </a:xfrm>
          <a:prstGeom prst="rect">
            <a:avLst/>
          </a:prstGeom>
          <a:solidFill>
            <a:srgbClr val="33406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676656"/>
            <a:ext cx="10972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658368"/>
            <a:ext cx="1188720" cy="411480"/>
          </a:xfrm>
          <a:prstGeom prst="rect">
            <a:avLst/>
          </a:prstGeom>
          <a:solidFill>
            <a:srgbClr val="33406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676656"/>
            <a:ext cx="1188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Socket.dev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658368"/>
            <a:ext cx="1188720" cy="411480"/>
          </a:xfrm>
          <a:prstGeom prst="rect">
            <a:avLst/>
          </a:prstGeom>
          <a:solidFill>
            <a:srgbClr val="33406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676656"/>
            <a:ext cx="1188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" y="1069848"/>
            <a:ext cx="219456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108813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Scanning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1069848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08813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069848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08813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69848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8813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069848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0881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069848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10881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" y="1426464"/>
            <a:ext cx="21945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144475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Scoring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1426464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4447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1426464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14447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426464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4447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1426464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14447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1426464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14447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" y="1783080"/>
            <a:ext cx="219456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180136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Risk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1783080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180136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49040" y="1783080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180136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783080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180136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0" y="1783080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18013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32320" y="1783080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18013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1440" y="2139696"/>
            <a:ext cx="21945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215798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Pkg Detection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0" y="2139696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215798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49040" y="2139696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94760" y="215798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2139696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215798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43600" y="2139696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132320" y="2139696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04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440" y="2496312"/>
            <a:ext cx="219456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" y="251460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2496312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251460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2496312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251460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46320" y="2496312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251460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943600" y="2496312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9320" y="25146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132320" y="2496312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78040" y="25146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440" y="2852928"/>
            <a:ext cx="21945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7160" y="287121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86000" y="2852928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31720" y="287121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749040" y="2852928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94760" y="287121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846320" y="2852928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287121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943600" y="2852928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89320" y="287121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32320" y="2852928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78040" y="287121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1440" y="3209544"/>
            <a:ext cx="219456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37160" y="322783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Output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86000" y="3209544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31720" y="32278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749040" y="3209544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94760" y="322783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846320" y="3209544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322783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943600" y="3209544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89320" y="32278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132320" y="3209544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78040" y="32278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91440" y="3566160"/>
            <a:ext cx="21945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37160" y="358444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Correlation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286000" y="3566160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31720" y="358444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749040" y="3566160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94760" y="35844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846320" y="3566160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892040" y="35844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943600" y="3566160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89320" y="358444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7132320" y="3566160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178040" y="358444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91440" y="3922776"/>
            <a:ext cx="219456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37160" y="394106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Scorecard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2286000" y="3922776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31720" y="394106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749040" y="3922776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94760" y="394106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846320" y="3922776"/>
            <a:ext cx="109728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92040" y="394106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943600" y="3922776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989320" y="394106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132320" y="3922776"/>
            <a:ext cx="1188720" cy="33832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178040" y="394106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91440" y="4279392"/>
            <a:ext cx="21945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37160" y="429768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2286000" y="4279392"/>
            <a:ext cx="1463040" cy="338328"/>
          </a:xfrm>
          <a:prstGeom prst="rect">
            <a:avLst/>
          </a:prstGeom>
          <a:solidFill>
            <a:srgbClr val="E8F4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31720" y="42976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749040" y="4279392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94760" y="429768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846320" y="4279392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892040" y="429768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943600" y="4279392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89320" y="42976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7132320" y="4279392"/>
            <a:ext cx="1188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178040" y="42976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91440" y="46634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= Roadmap  ~= Partial  OSSPolicyGuard: only solution combining EPSS + Geopolitical Risk + OpenSSF Scorecard in open-source policy engine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114800" cy="4160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Without Automation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Average OSS breach cost: $4.5M (IBM, 2024)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562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Time to detect supply chain attack: 200+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Regulatory fines (GDPR non-compliance): up to €20M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0449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 OSS review cost: $2K–$5K per package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713232"/>
            <a:ext cx="4480560" cy="41605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OSSPolicyGuard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2618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Automated evaluation: &lt; 30 seconds per package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856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Consistent, auditable decisions every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4505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Policy enforcement at CI/CD gate — shift-left 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044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Compliance evidence for SOC 2, FedRAMP, PCI-DSS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 source — zero licensing cost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4617720"/>
            <a:ext cx="87782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1645920" cy="4023360"/>
          </a:xfrm>
          <a:prstGeom prst="rect">
            <a:avLst/>
          </a:prstGeom>
          <a:solidFill>
            <a:srgbClr val="F5F9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13232"/>
            <a:ext cx="1645920" cy="457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3152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1554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OPG-001–065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713232"/>
            <a:ext cx="1645920" cy="4023360"/>
          </a:xfrm>
          <a:prstGeom prst="rect">
            <a:avLst/>
          </a:prstGeom>
          <a:solidFill>
            <a:srgbClr val="F5F9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713232"/>
            <a:ext cx="1645920" cy="457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73152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874520"/>
            <a:ext cx="1554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&amp; Policy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OPG-066–132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713232"/>
            <a:ext cx="1645920" cy="4023360"/>
          </a:xfrm>
          <a:prstGeom prst="rect">
            <a:avLst/>
          </a:prstGeom>
          <a:solidFill>
            <a:srgbClr val="F5F9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713232"/>
            <a:ext cx="16459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73152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9476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4760" y="1874520"/>
            <a:ext cx="1554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Supply 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OPG-133–147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713232"/>
            <a:ext cx="1645920" cy="4023360"/>
          </a:xfrm>
          <a:prstGeom prst="rect">
            <a:avLst/>
          </a:prstGeom>
          <a:solidFill>
            <a:srgbClr val="F5F9F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713232"/>
            <a:ext cx="164592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73152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1874520"/>
            <a:ext cx="1554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SBOM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OPG-148–153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713232"/>
            <a:ext cx="1645920" cy="4023360"/>
          </a:xfrm>
          <a:prstGeom prst="rect">
            <a:avLst/>
          </a:prstGeom>
          <a:solidFill>
            <a:srgbClr val="F5F9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713232"/>
            <a:ext cx="164592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73152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1234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1874520"/>
            <a:ext cx="1554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Advanced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OPG-154–157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206240" cy="4160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nddmars/OSSPolicyGuard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config.yaml.example config.yaml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GITHUB_TOKEN env var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osspolicyguard scan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--package requests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--version 2.31.0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--ecosystem pypi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--format sarif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713232"/>
            <a:ext cx="4389120" cy="416052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risk score (0–100)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APPROVED / REVIEW / PROHIBITED decision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8-signal evidence report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SARIF output for GitHub Security tab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Configurable policy thresholds per criticality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audit trail with policy digest (SHA-256)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requirements · 213 tests · Production-grade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What's in Your Software.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What You Ship.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OSSPolicyGuard — Open Source Security Policy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github.com/nddmars/OSSPolicyGuard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2026-08-15T15:10:35Z</dcterms:created>
  <dcterms:modified xsi:type="dcterms:W3CDTF">2026-08-15T15:10:35Z</dcterms:modified>
</cp:coreProperties>
</file>