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731520"/>
            <a:ext cx="2011680" cy="2011680"/>
          </a:xfrm>
          <a:prstGeom prst="ellipse">
            <a:avLst/>
          </a:prstGeom>
          <a:solidFill>
            <a:srgbClr val="1C7293">
              <a:alpha val="4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132320" y="3474720"/>
            <a:ext cx="914400" cy="914400"/>
          </a:xfrm>
          <a:prstGeom prst="ellipse">
            <a:avLst/>
          </a:prstGeom>
          <a:solidFill>
            <a:srgbClr val="065A82">
              <a:alpha val="50000"/>
            </a:srgbClr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OSSPolicyGuard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3957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Guide &amp; Technical Reference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v0.1.0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46634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 by Surya Nalluri &amp; Aluri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OSSPolicyGuard?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96012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OSSPolicyGuard is a policy-as-code engine that evaluates open-source dependencies using measurable technical signals — vulnerability, exploitability, community health, and supply-chain provenance — then returns an auditable three-state decision.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228600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23317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157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365760" y="272491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029968" y="228600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29968" y="23317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213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2029968" y="272491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94176" y="228600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94176" y="23317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694176" y="272491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760720" y="914400"/>
            <a:ext cx="3017520" cy="566928"/>
          </a:xfrm>
          <a:prstGeom prst="roundRect">
            <a:avLst>
              <a:gd name="adj" fmla="val 1129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52160" y="95097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852160" y="1207008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0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/ Manifest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251192" y="1508760"/>
            <a:ext cx="36576" cy="109728"/>
          </a:xfrm>
          <a:prstGeom prst="rect">
            <a:avLst/>
          </a:prstGeom>
          <a:solidFill>
            <a:srgbClr val="D0DCE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0" y="1527048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0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760720" y="1645920"/>
            <a:ext cx="3017520" cy="566928"/>
          </a:xfrm>
          <a:prstGeom prst="roundRect">
            <a:avLst>
              <a:gd name="adj" fmla="val 1129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52160" y="168249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852160" y="1938528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0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NVD · OSV · EPSS · Scorecard · KEV · Reg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251192" y="2240280"/>
            <a:ext cx="36576" cy="109728"/>
          </a:xfrm>
          <a:prstGeom prst="rect">
            <a:avLst/>
          </a:prstGeom>
          <a:solidFill>
            <a:srgbClr val="D0DCE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32320" y="2258568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0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760720" y="2377440"/>
            <a:ext cx="3017520" cy="566928"/>
          </a:xfrm>
          <a:prstGeom prst="roundRect">
            <a:avLst>
              <a:gd name="adj" fmla="val 11290"/>
            </a:avLst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852160" y="241401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ENGINE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852160" y="2670048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0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+ Rules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251192" y="2971800"/>
            <a:ext cx="36576" cy="109728"/>
          </a:xfrm>
          <a:prstGeom prst="rect">
            <a:avLst/>
          </a:prstGeom>
          <a:solidFill>
            <a:srgbClr val="D0DCE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32320" y="2990088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0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760720" y="3108960"/>
            <a:ext cx="3017520" cy="566928"/>
          </a:xfrm>
          <a:prstGeom prst="roundRect">
            <a:avLst>
              <a:gd name="adj" fmla="val 1129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52160" y="314553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852160" y="3401568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0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/ REVIEW / PROHIBITED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BFC"/>
          </a:solidFill>
          <a:ln w="12700">
            <a:solidFill>
              <a:srgbClr val="FAFB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8412480" cy="603504"/>
          </a:xfrm>
          <a:prstGeom prst="roundRect">
            <a:avLst>
              <a:gd name="adj" fmla="val 9091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01498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LAYER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651760" y="1051560"/>
            <a:ext cx="6217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names · requirements.txt · package.json · SBOM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389120" y="1572768"/>
            <a:ext cx="274320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645920"/>
            <a:ext cx="8412480" cy="603504"/>
          </a:xfrm>
          <a:prstGeom prst="roundRect">
            <a:avLst>
              <a:gd name="adj" fmla="val 9091"/>
            </a:avLst>
          </a:prstGeom>
          <a:solidFill>
            <a:srgbClr val="E8F4F8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70078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PROVIDERS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651760" y="1737360"/>
            <a:ext cx="6217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NVD · OSV.dev · EPSS · GitHub · OpenSSF Scorecard · CISA KEV · Registry APIs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389120" y="2258568"/>
            <a:ext cx="274320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65760" y="2331720"/>
            <a:ext cx="8412480" cy="603504"/>
          </a:xfrm>
          <a:prstGeom prst="roundRect">
            <a:avLst>
              <a:gd name="adj" fmla="val 9091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38658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ENGINE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651760" y="2423160"/>
            <a:ext cx="6217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Scoring · Rule Evaluation · Decision Logic · Reason Codes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389120" y="2944368"/>
            <a:ext cx="274320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3017520"/>
            <a:ext cx="8412480" cy="603504"/>
          </a:xfrm>
          <a:prstGeom prst="roundRect">
            <a:avLst>
              <a:gd name="adj" fmla="val 9091"/>
            </a:avLst>
          </a:prstGeom>
          <a:solidFill>
            <a:srgbClr val="E8F4F8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07238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LAYER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651760" y="3108960"/>
            <a:ext cx="6217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Text · JSON Report · SARIF 2.1.0 · Markdown PR Comment · GitHub Action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389120" y="3630168"/>
            <a:ext cx="274320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65760" y="3703320"/>
            <a:ext cx="8412480" cy="603504"/>
          </a:xfrm>
          <a:prstGeom prst="roundRect">
            <a:avLst>
              <a:gd name="adj" fmla="val 9091"/>
            </a:avLst>
          </a:prstGeom>
          <a:solidFill>
            <a:srgbClr val="F0F4F8"/>
          </a:solidFill>
          <a:ln w="19050">
            <a:solidFill>
              <a:srgbClr val="D0DC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75818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651760" y="3794760"/>
            <a:ext cx="6217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(YAML + JSON Schema) · Cache · Structured Logging · Exception Hierarchy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3931920" cy="384048"/>
          </a:xfrm>
          <a:prstGeom prst="roundRect">
            <a:avLst>
              <a:gd name="adj" fmla="val 14286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Technologies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846320" y="914400"/>
            <a:ext cx="3931920" cy="384048"/>
          </a:xfrm>
          <a:prstGeom prst="roundRect">
            <a:avLst>
              <a:gd name="adj" fmla="val 14286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0" y="91440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APIs &amp; Standards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1408176"/>
            <a:ext cx="3931920" cy="457200"/>
          </a:xfrm>
          <a:prstGeom prst="roundRect">
            <a:avLst>
              <a:gd name="adj" fmla="val 10000"/>
            </a:avLst>
          </a:prstGeom>
          <a:solidFill>
            <a:srgbClr val="E8F4F8"/>
          </a:solidFill>
          <a:ln w="6350">
            <a:solidFill>
              <a:srgbClr val="D0DC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8912" y="1481328"/>
            <a:ext cx="310896" cy="31089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" y="1481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🐍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145389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3.11+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22960" y="1645920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language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5760" y="1938528"/>
            <a:ext cx="3931920" cy="457200"/>
          </a:xfrm>
          <a:prstGeom prst="roundRect">
            <a:avLst>
              <a:gd name="adj" fmla="val 10000"/>
            </a:avLst>
          </a:prstGeom>
          <a:solidFill>
            <a:srgbClr val="E8F4F8"/>
          </a:solidFill>
          <a:ln w="6350">
            <a:solidFill>
              <a:srgbClr val="D0DC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8912" y="2011680"/>
            <a:ext cx="310896" cy="31089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1984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openpyxl / PyYAML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22960" y="2176272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and data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65760" y="2468880"/>
            <a:ext cx="3931920" cy="457200"/>
          </a:xfrm>
          <a:prstGeom prst="roundRect">
            <a:avLst>
              <a:gd name="adj" fmla="val 10000"/>
            </a:avLst>
          </a:prstGeom>
          <a:solidFill>
            <a:srgbClr val="E8F4F8"/>
          </a:solidFill>
          <a:ln w="6350">
            <a:solidFill>
              <a:srgbClr val="D0DC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8912" y="2542032"/>
            <a:ext cx="310896" cy="31089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891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2960" y="251460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22960" y="2706624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client with resilience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2999232"/>
            <a:ext cx="3931920" cy="457200"/>
          </a:xfrm>
          <a:prstGeom prst="roundRect">
            <a:avLst>
              <a:gd name="adj" fmla="val 10000"/>
            </a:avLst>
          </a:prstGeom>
          <a:solidFill>
            <a:srgbClr val="E8F4F8"/>
          </a:solidFill>
          <a:ln w="6350">
            <a:solidFill>
              <a:srgbClr val="D0DC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8912" y="3072384"/>
            <a:ext cx="310896" cy="31089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8912" y="30723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22960" y="30449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22960" y="323697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213 tests, fixture-based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65760" y="3529584"/>
            <a:ext cx="3931920" cy="457200"/>
          </a:xfrm>
          <a:prstGeom prst="roundRect">
            <a:avLst>
              <a:gd name="adj" fmla="val 10000"/>
            </a:avLst>
          </a:prstGeom>
          <a:solidFill>
            <a:srgbClr val="E8F4F8"/>
          </a:solidFill>
          <a:ln w="6350">
            <a:solidFill>
              <a:srgbClr val="D0DC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8912" y="3602736"/>
            <a:ext cx="310896" cy="31089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8912" y="3602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22960" y="357530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pydantic-style dataclasses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22960" y="3767328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models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46320" y="1408176"/>
            <a:ext cx="3931920" cy="457200"/>
          </a:xfrm>
          <a:prstGeom prst="roundRect">
            <a:avLst>
              <a:gd name="adj" fmla="val 10000"/>
            </a:avLst>
          </a:prstGeom>
          <a:solidFill>
            <a:srgbClr val="E8F4F8"/>
          </a:solidFill>
          <a:ln w="6350">
            <a:solidFill>
              <a:srgbClr val="D0DCE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919472" y="1481328"/>
            <a:ext cx="310896" cy="31089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919472" y="1481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303520" y="145389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NVD v2 API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303520" y="1645920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CVE and CVSS data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46320" y="1938528"/>
            <a:ext cx="3931920" cy="457200"/>
          </a:xfrm>
          <a:prstGeom prst="roundRect">
            <a:avLst>
              <a:gd name="adj" fmla="val 10000"/>
            </a:avLst>
          </a:prstGeom>
          <a:solidFill>
            <a:srgbClr val="E8F4F8"/>
          </a:solidFill>
          <a:ln w="6350">
            <a:solidFill>
              <a:srgbClr val="D0DCE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919472" y="2011680"/>
            <a:ext cx="310896" cy="31089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919472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🦠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303520" y="1984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OSV.dev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303520" y="2176272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Malicious package + GHSA advisories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46320" y="2468880"/>
            <a:ext cx="3931920" cy="457200"/>
          </a:xfrm>
          <a:prstGeom prst="roundRect">
            <a:avLst>
              <a:gd name="adj" fmla="val 10000"/>
            </a:avLst>
          </a:prstGeom>
          <a:solidFill>
            <a:srgbClr val="E8F4F8"/>
          </a:solidFill>
          <a:ln w="6350">
            <a:solidFill>
              <a:srgbClr val="D0DCE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19472" y="2542032"/>
            <a:ext cx="310896" cy="31089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91947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303520" y="251460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EPSS API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5303520" y="2706624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 probability scores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46320" y="2999232"/>
            <a:ext cx="3931920" cy="457200"/>
          </a:xfrm>
          <a:prstGeom prst="roundRect">
            <a:avLst>
              <a:gd name="adj" fmla="val 10000"/>
            </a:avLst>
          </a:prstGeom>
          <a:solidFill>
            <a:srgbClr val="E8F4F8"/>
          </a:solidFill>
          <a:ln w="6350">
            <a:solidFill>
              <a:srgbClr val="D0DCE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19472" y="3072384"/>
            <a:ext cx="310896" cy="31089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19472" y="30723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303520" y="30449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OpenSSF Scorecard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5303520" y="323697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security scoring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46320" y="3529584"/>
            <a:ext cx="3931920" cy="457200"/>
          </a:xfrm>
          <a:prstGeom prst="roundRect">
            <a:avLst>
              <a:gd name="adj" fmla="val 10000"/>
            </a:avLst>
          </a:prstGeom>
          <a:solidFill>
            <a:srgbClr val="E8F4F8"/>
          </a:solidFill>
          <a:ln w="6350">
            <a:solidFill>
              <a:srgbClr val="D0DCE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919472" y="3602736"/>
            <a:ext cx="310896" cy="31089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919472" y="3602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5303520" y="357530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CISA KEV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5303520" y="3767328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exploited vulnerabilities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846320" y="4059936"/>
            <a:ext cx="3931920" cy="457200"/>
          </a:xfrm>
          <a:prstGeom prst="roundRect">
            <a:avLst>
              <a:gd name="adj" fmla="val 10000"/>
            </a:avLst>
          </a:prstGeom>
          <a:solidFill>
            <a:srgbClr val="E8F4F8"/>
          </a:solidFill>
          <a:ln w="6350">
            <a:solidFill>
              <a:srgbClr val="D0DCE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19472" y="4133088"/>
            <a:ext cx="310896" cy="31089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919472" y="4133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303520" y="41056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PyPI · npm · RubyGems · crates.io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5303520" y="4297680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 metadata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Structure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4297680" cy="4069080"/>
          </a:xfrm>
          <a:prstGeom prst="rect">
            <a:avLst/>
          </a:prstGeom>
          <a:solidFill>
            <a:srgbClr val="1A1A2E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75488" y="1024128"/>
            <a:ext cx="416052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OSSPolicyGuard/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src/osspolicyguard/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__init__.py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cli.py            ← Entry point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models.py         ← Typed models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exceptions.py     ← Error hierarchy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identity.py       ← Package URL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policy.py         ← Policy engine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reports.py        ← SARIF / Markdown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logging_config.py ← Structured logging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typosquatting.py  ← Name analysis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kev.py            ← CISA KEV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dep_confusion.py  ← Dep confusion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advisory_dedup.py ← CVE merging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artifact_inventory.py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providers/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oss_scorer.py         ← Core scorer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tests/                ← 213 tests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config.yaml           ← Configuration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config.schema.json    ← JSON Schema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pyproject.toml        ← Package config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4846320" y="96012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cli.py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846320" y="116128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argparse-based CLI, scan / list / report subcommands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846320" y="1435608"/>
            <a:ext cx="3931920" cy="9144"/>
          </a:xfrm>
          <a:prstGeom prst="rect">
            <a:avLst/>
          </a:prstGeom>
          <a:solidFill>
            <a:srgbClr val="D0DCE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50876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models.py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846320" y="17099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ScoredPackage, PolicyDecision, ProviderResponse dataclasses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846320" y="1984248"/>
            <a:ext cx="3931920" cy="9144"/>
          </a:xfrm>
          <a:prstGeom prst="rect">
            <a:avLst/>
          </a:prstGeom>
          <a:solidFill>
            <a:srgbClr val="D0DCE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20574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policy.py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846320" y="22585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scoring engine + three-state decision (APPROVED / REVIEW / PROHIBITED)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846320" y="2532888"/>
            <a:ext cx="3931920" cy="9144"/>
          </a:xfrm>
          <a:prstGeom prst="rect">
            <a:avLst/>
          </a:prstGeom>
          <a:solidFill>
            <a:srgbClr val="D0DCE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260604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reports.py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846320" y="280720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SARIF 2.1.0, JSON, Markdown PR comment, plain-text output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846320" y="3081528"/>
            <a:ext cx="3931920" cy="9144"/>
          </a:xfrm>
          <a:prstGeom prst="rect">
            <a:avLst/>
          </a:prstGeom>
          <a:solidFill>
            <a:srgbClr val="D0DCE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315468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oss_scorer.py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46320" y="335584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Orchestrates providers, merges evidence, calls policy engine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846320" y="3630168"/>
            <a:ext cx="3931920" cy="9144"/>
          </a:xfrm>
          <a:prstGeom prst="rect">
            <a:avLst/>
          </a:prstGeom>
          <a:solidFill>
            <a:srgbClr val="D0DCE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370332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providers/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846320" y="390448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NVD, OSV, EPSS, Scorecard, KEV, Registry — each extends ProviderBase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846320" y="4178808"/>
            <a:ext cx="3931920" cy="9144"/>
          </a:xfrm>
          <a:prstGeom prst="rect">
            <a:avLst/>
          </a:prstGeom>
          <a:solidFill>
            <a:srgbClr val="D0DCE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0" y="425196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tests/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846320" y="44531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213 tests in 30 classes; fully offline via unittest.mock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BFC"/>
          </a:solidFill>
          <a:ln w="12700">
            <a:solidFill>
              <a:srgbClr val="FAFB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Setup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40690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069848"/>
            <a:ext cx="347472" cy="347472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698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32688" y="1088136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&amp; Install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1508760"/>
            <a:ext cx="3794760" cy="1005840"/>
          </a:xfrm>
          <a:prstGeom prst="rect">
            <a:avLst/>
          </a:prstGeom>
          <a:solidFill>
            <a:srgbClr val="1A1A2E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2648" y="1581912"/>
            <a:ext cx="3593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https://github.com/nddmars/OSSPolicyGuard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OSSPolicyGuard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-e '.[dev]'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960120"/>
            <a:ext cx="40690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00600" y="1069848"/>
            <a:ext cx="347472" cy="347472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10698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230368" y="1088136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800600" y="1508760"/>
            <a:ext cx="3794760" cy="1005840"/>
          </a:xfrm>
          <a:prstGeom prst="rect">
            <a:avLst/>
          </a:prstGeom>
          <a:solidFill>
            <a:srgbClr val="1A1A2E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10328" y="1581912"/>
            <a:ext cx="3593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config.yaml.example config.yaml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 NVD API key and GitHub token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GITHUB_TOKEN=ghp_...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2834640"/>
            <a:ext cx="40690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2920" y="2944368"/>
            <a:ext cx="347472" cy="347472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29443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32688" y="2962656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Scan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" y="3383280"/>
            <a:ext cx="3794760" cy="1005840"/>
          </a:xfrm>
          <a:prstGeom prst="rect">
            <a:avLst/>
          </a:prstGeom>
          <a:solidFill>
            <a:srgbClr val="1A1A2E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2648" y="3456432"/>
            <a:ext cx="3593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osspolicyguard scan requests \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--ecosystem pypi \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--format text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63440" y="2834640"/>
            <a:ext cx="40690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00600" y="2944368"/>
            <a:ext cx="347472" cy="347472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29443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230368" y="2962656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Tests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800600" y="3383280"/>
            <a:ext cx="3794760" cy="1005840"/>
          </a:xfrm>
          <a:prstGeom prst="rect">
            <a:avLst/>
          </a:prstGeom>
          <a:solidFill>
            <a:srgbClr val="1A1A2E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10328" y="3456432"/>
            <a:ext cx="3593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tests/ -v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All tests run offline (no live API calls)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New Evidence Provider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005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102412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ProviderBase in providers/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517904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" y="153619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fetch(*args) → ProviderResponse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02996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2029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" y="204825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config section to config.yaml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2542032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542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4672" y="256032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in OSSScorer.__init__()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054096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0540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04672" y="307238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fixture files to tests/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3566160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5661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04672" y="358444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contract tests (success + failure modes)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846320" y="914400"/>
            <a:ext cx="3931920" cy="4023360"/>
          </a:xfrm>
          <a:prstGeom prst="roundRect">
            <a:avLst>
              <a:gd name="adj" fmla="val 2326"/>
            </a:avLst>
          </a:prstGeom>
          <a:solidFill>
            <a:srgbClr val="E8F4F8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37760" y="9875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937760" y="1335024"/>
            <a:ext cx="3749040" cy="3511296"/>
          </a:xfrm>
          <a:prstGeom prst="rect">
            <a:avLst/>
          </a:prstGeom>
          <a:solidFill>
            <a:srgbClr val="1A1A2E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47488" y="1426464"/>
            <a:ext cx="3529584" cy="3328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MyProvider(ProviderBase):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name = "myprovider"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fetch(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package: str,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 -&gt; ProviderResponse: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raw = self._get(url)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ProviderResponse(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provider=self.name,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raw=raw,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evidence=self._parse(raw),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)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BFC"/>
          </a:solidFill>
          <a:ln w="12700">
            <a:solidFill>
              <a:srgbClr val="FAFB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Guide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2560320" cy="1005840"/>
          </a:xfrm>
          <a:prstGeom prst="roundRect">
            <a:avLst>
              <a:gd name="adj" fmla="val 7273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6012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213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15087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91840" y="914400"/>
            <a:ext cx="2560320" cy="1005840"/>
          </a:xfrm>
          <a:prstGeom prst="roundRect">
            <a:avLst>
              <a:gd name="adj" fmla="val 7273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91840" y="96012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291840" y="15087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26480" y="914400"/>
            <a:ext cx="2560320" cy="1005840"/>
          </a:xfrm>
          <a:prstGeom prst="roundRect">
            <a:avLst>
              <a:gd name="adj" fmla="val 7273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96012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126480" y="15087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API Calls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5760" y="21031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Tests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65760" y="2468880"/>
            <a:ext cx="4114800" cy="2423160"/>
          </a:xfrm>
          <a:prstGeom prst="rect">
            <a:avLst/>
          </a:prstGeom>
          <a:solidFill>
            <a:srgbClr val="1A1A2E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" y="2578608"/>
            <a:ext cx="3895344" cy="2203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tests/ -v              # all tests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tests/ -k "TestCheckOsv"  # one class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tests/ -q              # quiet mode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--co                   # list tests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754880" y="21031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Structure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754880" y="2468880"/>
            <a:ext cx="4023360" cy="2423160"/>
          </a:xfrm>
          <a:prstGeom prst="roundRect">
            <a:avLst>
              <a:gd name="adj" fmla="val 3019"/>
            </a:avLst>
          </a:prstGeom>
          <a:solidFill>
            <a:srgbClr val="E8F4F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64608" y="2596896"/>
            <a:ext cx="201168" cy="20116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38928" y="2578608"/>
            <a:ext cx="3529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tests use unittest.mock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864608" y="3035808"/>
            <a:ext cx="201168" cy="20116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38928" y="3017520"/>
            <a:ext cx="3529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Fixtures in MINIMAL_CONFIG dict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864608" y="3474720"/>
            <a:ext cx="201168" cy="20116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38928" y="3456432"/>
            <a:ext cx="3529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responses mocked via @patch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64608" y="3913632"/>
            <a:ext cx="201168" cy="20116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138928" y="3895344"/>
            <a:ext cx="3529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live NVD / OSV / GitHub calls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864608" y="4352544"/>
            <a:ext cx="201168" cy="20116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38928" y="4334256"/>
            <a:ext cx="3529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tests go in tests/test_*.py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20040" y="1417320"/>
            <a:ext cx="1078992" cy="822960"/>
          </a:xfrm>
          <a:prstGeom prst="roundRect">
            <a:avLst>
              <a:gd name="adj" fmla="val 8889"/>
            </a:avLst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463040"/>
            <a:ext cx="987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/ PR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99032" y="169164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563624" y="1417320"/>
            <a:ext cx="1078992" cy="822960"/>
          </a:xfrm>
          <a:prstGeom prst="roundRect">
            <a:avLst>
              <a:gd name="adj" fmla="val 8889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09344" y="1463040"/>
            <a:ext cx="987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 Lint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642616" y="169164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807208" y="1417320"/>
            <a:ext cx="1078992" cy="822960"/>
          </a:xfrm>
          <a:prstGeom prst="roundRect">
            <a:avLst>
              <a:gd name="adj" fmla="val 8889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52928" y="1463040"/>
            <a:ext cx="987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mypy Type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86200" y="169164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050792" y="1417320"/>
            <a:ext cx="1078992" cy="822960"/>
          </a:xfrm>
          <a:prstGeom prst="roundRect">
            <a:avLst>
              <a:gd name="adj" fmla="val 8889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96512" y="1463040"/>
            <a:ext cx="987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213 tests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129784" y="169164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94376" y="1417320"/>
            <a:ext cx="1078992" cy="822960"/>
          </a:xfrm>
          <a:prstGeom prst="roundRect">
            <a:avLst>
              <a:gd name="adj" fmla="val 8889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40096" y="1463040"/>
            <a:ext cx="987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73368" y="169164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37960" y="1417320"/>
            <a:ext cx="1078992" cy="822960"/>
          </a:xfrm>
          <a:prstGeom prst="roundRect">
            <a:avLst>
              <a:gd name="adj" fmla="val 8889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0" y="1463040"/>
            <a:ext cx="987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616952" y="169164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781544" y="1417320"/>
            <a:ext cx="1078992" cy="822960"/>
          </a:xfrm>
          <a:prstGeom prst="roundRect">
            <a:avLst>
              <a:gd name="adj" fmla="val 8889"/>
            </a:avLst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827264" y="1463040"/>
            <a:ext cx="987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2606040"/>
            <a:ext cx="8412480" cy="640080"/>
          </a:xfrm>
          <a:prstGeom prst="roundRect">
            <a:avLst>
              <a:gd name="adj" fmla="val 11429"/>
            </a:avLst>
          </a:prstGeom>
          <a:solidFill>
            <a:srgbClr val="E8F4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2670048"/>
            <a:ext cx="8046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Trigger: The workflow runs on push to main and on PRs that touch requirements.txt or package.json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65760" y="342900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34930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Analysis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02920" y="3822192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3232" y="3794760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 check —select ALL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2920" y="4224528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3232" y="4197096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mypy —strict mode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291840" y="342900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429000" y="34930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Suite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429000" y="3822192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39312" y="3794760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213 tests, 30 classes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429000" y="4224528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97096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offline (mock-based)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217920" y="342900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55080" y="34930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355080" y="3822192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65392" y="3794760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config.schema.json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355080" y="4224528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65392" y="4197096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pyproject.toml metadata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BFC"/>
          </a:solidFill>
          <a:ln w="12700">
            <a:solidFill>
              <a:srgbClr val="FAFB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Contributing to the Roadmap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2743200" cy="438912"/>
          </a:xfrm>
          <a:prstGeom prst="roundRect">
            <a:avLst>
              <a:gd name="adj" fmla="val 14583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91440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a Requirement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20040" y="1426464"/>
            <a:ext cx="2743200" cy="347472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536192"/>
            <a:ext cx="2414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Open REQUIREMENTS.md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84632" y="2048256"/>
            <a:ext cx="2414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Find an ❌ Not Started item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84632" y="2560320"/>
            <a:ext cx="241401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Create branch: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feature/opg-NNN-short-name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4632" y="3419856"/>
            <a:ext cx="241401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Open a PR referencing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the OPG ID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46120" y="914400"/>
            <a:ext cx="2743200" cy="438912"/>
          </a:xfrm>
          <a:prstGeom prst="roundRect">
            <a:avLst>
              <a:gd name="adj" fmla="val 14583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6120" y="91440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Checklist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46120" y="1426464"/>
            <a:ext cx="2743200" cy="347472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10712" y="1536192"/>
            <a:ext cx="2414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Module in src/osspolicyguard/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410712" y="2048256"/>
            <a:ext cx="2414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Tests for success + failure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410712" y="2560320"/>
            <a:ext cx="2414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Update REQUIREMENTS.md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410712" y="3072384"/>
            <a:ext cx="2414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Update __init__.py exports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410712" y="3584448"/>
            <a:ext cx="2414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No live network calls in tests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72200" y="914400"/>
            <a:ext cx="2743200" cy="438912"/>
          </a:xfrm>
          <a:prstGeom prst="roundRect">
            <a:avLst>
              <a:gd name="adj" fmla="val 14583"/>
            </a:avLst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72200" y="91440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Standards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72200" y="1426464"/>
            <a:ext cx="2743200" cy="347472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36792" y="1536192"/>
            <a:ext cx="2414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Real name in git config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36792" y="2048256"/>
            <a:ext cx="2414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Commit message: ref OPG ID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336792" y="2560320"/>
            <a:ext cx="2414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All 213+ tests must pass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36792" y="3072384"/>
            <a:ext cx="2414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Type hints on public fns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336792" y="3584448"/>
            <a:ext cx="2414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Docstring on every public class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28600" y="987552"/>
            <a:ext cx="2743200" cy="1645920"/>
          </a:xfrm>
          <a:prstGeom prst="roundRect">
            <a:avLst>
              <a:gd name="adj" fmla="val 5556"/>
            </a:avLst>
          </a:prstGeom>
          <a:solidFill>
            <a:srgbClr val="E8F4F8"/>
          </a:solidFill>
          <a:ln w="6350">
            <a:solidFill>
              <a:srgbClr val="D0DC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52144"/>
            <a:ext cx="457200" cy="457200"/>
          </a:xfrm>
          <a:prstGeom prst="ellipse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152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1170432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Safe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164592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pass when evidence is missing — UNKNOWN ≠ APPROVED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0" y="987552"/>
            <a:ext cx="2743200" cy="1645920"/>
          </a:xfrm>
          <a:prstGeom prst="roundRect">
            <a:avLst>
              <a:gd name="adj" fmla="val 5556"/>
            </a:avLst>
          </a:prstGeom>
          <a:solidFill>
            <a:srgbClr val="E8F4F8"/>
          </a:solidFill>
          <a:ln w="6350">
            <a:solidFill>
              <a:srgbClr val="D0DC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152144"/>
            <a:ext cx="457200" cy="4572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7560" y="1152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📡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867912" y="1170432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First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37560" y="164592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tests run without network; cached evidence mode supported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72200" y="987552"/>
            <a:ext cx="2743200" cy="1645920"/>
          </a:xfrm>
          <a:prstGeom prst="roundRect">
            <a:avLst>
              <a:gd name="adj" fmla="val 5556"/>
            </a:avLst>
          </a:prstGeom>
          <a:solidFill>
            <a:srgbClr val="E8F4F8"/>
          </a:solidFill>
          <a:ln w="6350">
            <a:solidFill>
              <a:srgbClr val="D0DC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09360" y="1152144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09360" y="1152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39712" y="1170432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09360" y="164592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traces to evidence + policy rule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834640"/>
            <a:ext cx="2743200" cy="1645920"/>
          </a:xfrm>
          <a:prstGeom prst="roundRect">
            <a:avLst>
              <a:gd name="adj" fmla="val 5556"/>
            </a:avLst>
          </a:prstGeom>
          <a:solidFill>
            <a:srgbClr val="E8F4F8"/>
          </a:solidFill>
          <a:ln w="6350">
            <a:solidFill>
              <a:srgbClr val="D0DC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2999232"/>
            <a:ext cx="457200" cy="457200"/>
          </a:xfrm>
          <a:prstGeom prst="ellipse">
            <a:avLst/>
          </a:prstGeom>
          <a:solidFill>
            <a:srgbClr val="5D6D7E"/>
          </a:solidFill>
          <a:ln w="12700">
            <a:solidFill>
              <a:srgbClr val="5D6D7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2999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96112" y="3017520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Identity Signals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65760" y="349300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 nationality/ethnicity never in default score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200400" y="2834640"/>
            <a:ext cx="2743200" cy="1645920"/>
          </a:xfrm>
          <a:prstGeom prst="roundRect">
            <a:avLst>
              <a:gd name="adj" fmla="val 5556"/>
            </a:avLst>
          </a:prstGeom>
          <a:solidFill>
            <a:srgbClr val="E8F4F8"/>
          </a:solidFill>
          <a:ln w="6350">
            <a:solidFill>
              <a:srgbClr val="D0DC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37560" y="2999232"/>
            <a:ext cx="457200" cy="4572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37560" y="2999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867912" y="3017520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Injectable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337560" y="349300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Providers, clock, and cache are injectable for testing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172200" y="2834640"/>
            <a:ext cx="2743200" cy="1645920"/>
          </a:xfrm>
          <a:prstGeom prst="roundRect">
            <a:avLst>
              <a:gd name="adj" fmla="val 5556"/>
            </a:avLst>
          </a:prstGeom>
          <a:solidFill>
            <a:srgbClr val="E8F4F8"/>
          </a:solidFill>
          <a:ln w="6350">
            <a:solidFill>
              <a:srgbClr val="D0DCE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309360" y="2999232"/>
            <a:ext cx="457200" cy="457200"/>
          </a:xfrm>
          <a:prstGeom prst="ellipse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09360" y="2999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839712" y="3017520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309360" y="349300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inputs + policy → same decision (byte-stable)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457200" y="-457200"/>
            <a:ext cx="1828800" cy="1828800"/>
          </a:xfrm>
          <a:prstGeom prst="ellipse">
            <a:avLst/>
          </a:prstGeom>
          <a:solidFill>
            <a:srgbClr val="1C7293">
              <a:alpha val="3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0" y="3840480"/>
            <a:ext cx="1645920" cy="1645920"/>
          </a:xfrm>
          <a:prstGeom prst="ellipse">
            <a:avLst/>
          </a:prstGeom>
          <a:solidFill>
            <a:srgbClr val="065A82">
              <a:alpha val="40000"/>
            </a:srgbClr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50292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097280" y="1371600"/>
            <a:ext cx="69494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1536192"/>
            <a:ext cx="493776" cy="49377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80160" y="153619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📂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901952" y="14630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901952" y="1755648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github.com/nddmars/OSSPolicyGuard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1097280" y="2395728"/>
            <a:ext cx="69494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80160" y="2560320"/>
            <a:ext cx="493776" cy="49377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80160" y="256032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901952" y="24871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Requirements: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901952" y="2779776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REQUIREMENTS.md (157 requirements tracked)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097280" y="3419856"/>
            <a:ext cx="69494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80160" y="3584448"/>
            <a:ext cx="493776" cy="49377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80160" y="35844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901952" y="351129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Security: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901952" y="3803904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SECURITY.md for disclosure policy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43891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Contact the team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468172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Surya Nalluri · Aluri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2026-08-15T14:36:21Z</dcterms:created>
  <dcterms:modified xsi:type="dcterms:W3CDTF">2026-08-15T14:36:21Z</dcterms:modified>
</cp:coreProperties>
</file>