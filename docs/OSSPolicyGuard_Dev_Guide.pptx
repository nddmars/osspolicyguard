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560320"/>
            <a:ext cx="91440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Guide &amp; Architecture Reference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2186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Security Policy Automation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2801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383280" y="2743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 Risk Intelligence Platform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383280" y="1005840"/>
            <a:ext cx="5486400" cy="566928"/>
          </a:xfrm>
          <a:prstGeom prst="rect">
            <a:avLst/>
          </a:prstGeom>
          <a:solidFill>
            <a:srgbClr val="F4F8FC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Automated risk scoring for open source dependencies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1664208"/>
            <a:ext cx="54864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Policy-as-code: APPROVED / REVIEW / PROHIBITED decisions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383280" y="2322576"/>
            <a:ext cx="5486400" cy="566928"/>
          </a:xfrm>
          <a:prstGeom prst="rect">
            <a:avLst/>
          </a:prstGeom>
          <a:solidFill>
            <a:srgbClr val="F4F8FC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Pluggable providers: NVD, OSV, GitHub, EPSS, Scorecard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83280" y="2980944"/>
            <a:ext cx="54864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Multi-ecosystem: npm, PyPI, crates.io, RubyGems, NuGet, Packagist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83280" y="3749040"/>
            <a:ext cx="5486400" cy="685800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scoring model: weighted composite of Security (35%), Activity (30%), Trust (20%), Community (15%)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76656"/>
            <a:ext cx="4297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Layer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429768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0467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Jupyter Notebook / REST API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65760" y="1591056"/>
            <a:ext cx="4297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Layer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1907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PolicyEngine  ←  EvaluationEngine  →  ScoringEngine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2505456"/>
            <a:ext cx="4297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Layer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2633472"/>
            <a:ext cx="429768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63347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| OSV.dev | GitHub | EPSS | Scorecard | CISA KEV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3419856"/>
            <a:ext cx="4297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3547872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54787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Config.yaml | Cache | Audit Log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0" y="54864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1521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2578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Single-module Python core (oss_scorer.py)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18379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17373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ProviderBase ABC — injectable, mockable providers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0" y="25237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257800" y="2423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TTL-based in-memory cache per provider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0" y="32095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3108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backoff retry on transient errors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0" y="3895344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5257800" y="37947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DataPresence enum for missing-data semantics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86384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786384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863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" y="1124712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throughout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 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86384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786384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7863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Libraries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64608" y="1124712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· PyYAML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 · pytest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084832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84832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084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APIs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2423160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v2 · OSV.dev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FIRST.org (EPSS)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· CISA KEV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084832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084832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084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64608" y="2423160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SARIF 2.1.0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383280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83280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" y="3721608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unittest.mock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 total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coverage target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3383280"/>
            <a:ext cx="402336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3383280"/>
            <a:ext cx="4023360" cy="29260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64608" y="3721608"/>
            <a:ext cx="3803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validation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hooks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5029200" cy="4069080"/>
          </a:xfrm>
          <a:prstGeom prst="rect">
            <a:avLst/>
          </a:prstGeom>
          <a:solidFill>
            <a:srgbClr val="F4F6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77824"/>
            <a:ext cx="48463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OSSPolicyGuard/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oss_scorer.py          # Core scorer (1,514 lines)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config.yaml            # Configuration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config.schema.json     # JSON Schema validator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REQUIREMENTS.md        # 157 OPG requirements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src/osspolicyguard/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cli.py             # CLI entrypoint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models.py          # Typed dataclasses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policy.py          # PolicyBundle + rules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reports.py         # SARIF / Markdown output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advisory_dedup.py  # Union-find deduplication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typosquatting.py   # Edit-distance detection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kev.py             # CISA KEV provider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providers/         # ProviderBase + NullProvider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test_oss_scorer.py   # 163 unit tests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test_new_modules.py  # 50 new module tests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532120" y="786384"/>
            <a:ext cx="3337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Module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32120" y="1554480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742432" y="146304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oss_scorer.py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42432" y="1737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scoring, CLI entry, all provider orchestration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2395728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742432" y="23042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policy.py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42432" y="257860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PolicyBundle evaluation, APPROVED/REVIEW/PROHIBITED decisions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3236976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742432" y="314553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providers/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42432" y="34198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ProviderBase ABC, NullProvider for offline mode, HTTP retry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532120" y="4078224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742432" y="398678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reports.py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42432" y="426110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2.1.0 and Markdown output generation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8412480" cy="704088"/>
          </a:xfrm>
          <a:prstGeom prst="rect">
            <a:avLst/>
          </a:prstGeom>
          <a:solidFill>
            <a:srgbClr val="F4F8FC"/>
          </a:solidFill>
          <a:ln w="12700">
            <a:solidFill>
              <a:srgbClr val="E0EA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23544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23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83210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813816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https://github.com/nddmars/OSSPolicyGuard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-b feature/my-feature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527048"/>
            <a:ext cx="8412480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73352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58191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dependencies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08960" y="1563624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".[dev]"   # editable install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276856"/>
            <a:ext cx="8412480" cy="704088"/>
          </a:xfrm>
          <a:prstGeom prst="rect">
            <a:avLst/>
          </a:prstGeom>
          <a:solidFill>
            <a:srgbClr val="F4F8FC"/>
          </a:solidFill>
          <a:ln w="12700">
            <a:solidFill>
              <a:srgbClr val="E0EA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423160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3317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08960" y="2313432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config.yaml.example → config.yaml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GITHUB_TOKEN and NVD_API_KEY env vars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3026664"/>
            <a:ext cx="8412480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172968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08152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108960" y="3063240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tests/ -v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tests/ -q --tb=short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3776472"/>
            <a:ext cx="8412480" cy="704088"/>
          </a:xfrm>
          <a:prstGeom prst="rect">
            <a:avLst/>
          </a:prstGeom>
          <a:solidFill>
            <a:srgbClr val="F4F8FC"/>
          </a:solidFill>
          <a:ln w="12700">
            <a:solidFill>
              <a:srgbClr val="E0EA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922776"/>
            <a:ext cx="420624" cy="42062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22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83133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 schema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108960" y="3813048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jsonschema -i config.yaml config.schema.json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Evidence Provider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786384"/>
            <a:ext cx="5120640" cy="41148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877824"/>
            <a:ext cx="48463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src.osspolicyguard.providers import (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ProviderBase, ProviderResponse,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ProviderStatus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MyProvider(ProviderBase):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"my_provider"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fetch(self, package: str, **kwargs):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 = self._get(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f"https://api.example.com/{package}",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timeout=self._timeout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resp.status_code == 200: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ProviderResponse(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provider=self.name,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status=ProviderStatus.SUCCESS,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data=resp.json()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8F4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623560" y="78638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623560" y="136245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623560" y="1362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89320" y="13258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ProviderBase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23560" y="200253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623560" y="2002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89320" y="19659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fetch() method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64261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623560" y="2642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89320" y="26060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ProviderResponse with typed status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23560" y="328269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623560" y="3282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89320" y="32461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config section (enabled, timeout, api_url)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23560" y="392277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623560" y="3922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89320" y="38862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fixture tests covering auth + version listing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Guide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86384"/>
            <a:ext cx="2697480" cy="3474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8638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33856"/>
            <a:ext cx="2697480" cy="3520440"/>
          </a:xfrm>
          <a:prstGeom prst="rect">
            <a:avLst/>
          </a:prstGeom>
          <a:solidFill>
            <a:srgbClr val="F4F8FC"/>
          </a:solidFill>
          <a:ln w="12700">
            <a:solidFill>
              <a:srgbClr val="DCE8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26187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external HTTP calls with unittest.mock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203911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scorer method independently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281635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patch() for ProviderBase._get()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359359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tests in test_oss_scorer.py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64408" y="786384"/>
            <a:ext cx="2697480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3264408" y="78638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Tests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133856"/>
            <a:ext cx="2697480" cy="3520440"/>
          </a:xfrm>
          <a:prstGeom prst="rect">
            <a:avLst/>
          </a:prstGeom>
          <a:solidFill>
            <a:srgbClr val="F4F8FC"/>
          </a:solidFill>
          <a:ln w="12700">
            <a:solidFill>
              <a:srgbClr val="DCE8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74136" y="126187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tests in test_new_modules.py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74136" y="203911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exceptions, identity, reports, advisory dedup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74136" y="281635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typosquatting, KEV provider, artifact inventory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74136" y="359359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policy evaluation with DataPresence enum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63056" y="786384"/>
            <a:ext cx="2697480" cy="347472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78638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Commands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63056" y="1133856"/>
            <a:ext cx="2697480" cy="3520440"/>
          </a:xfrm>
          <a:prstGeom prst="rect">
            <a:avLst/>
          </a:prstGeom>
          <a:solidFill>
            <a:srgbClr val="F4F8FC"/>
          </a:solidFill>
          <a:ln w="12700">
            <a:solidFill>
              <a:srgbClr val="DCE8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2784" y="126187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        # all, verbose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272784" y="203911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-k "Security"   # filter by name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272784" y="281635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--cov=src       # with coverage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272784" y="3593592"/>
            <a:ext cx="24780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-x              # stop on first fail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4736592"/>
            <a:ext cx="8412480" cy="201168"/>
          </a:xfrm>
          <a:prstGeom prst="rect">
            <a:avLst/>
          </a:prstGeom>
          <a:solidFill>
            <a:srgbClr val="065A8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213 tests  │  Target: 90%+ coverage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1170432" cy="713232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/ PR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10512" y="868680"/>
            <a:ext cx="1170432" cy="7132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99232" y="10972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10512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black, isort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checks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55264" y="868680"/>
            <a:ext cx="1170432" cy="7132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255264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43984" y="10972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55264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config.schema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.json validation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00016" y="868680"/>
            <a:ext cx="1170432" cy="7132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700016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888736" y="10972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0016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tests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pass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44768" y="868680"/>
            <a:ext cx="1170432" cy="7132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144768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33488" y="10972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44768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80% coverage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589520" y="868680"/>
            <a:ext cx="1170432" cy="713232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0" y="868680"/>
            <a:ext cx="1170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36776"/>
            <a:ext cx="1170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upload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GitHub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2212848"/>
            <a:ext cx="8412480" cy="256032"/>
          </a:xfrm>
          <a:prstGeom prst="rect">
            <a:avLst/>
          </a:prstGeom>
          <a:solidFill>
            <a:srgbClr val="065A8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Quality Gates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2670048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257860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Pre-commit: black, isort, mypy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46120" y="2670048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3447288" y="257860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213 tests must pass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2670048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257860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fail if &lt; 80%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182112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0906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Schema: config.schema.json validation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46120" y="3182112"/>
            <a:ext cx="118872" cy="1188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3447288" y="30906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upload: GitHub Security tab integration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" y="4645152"/>
            <a:ext cx="8412480" cy="246888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requires all checks to pass before merge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Roadmap Features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3977640" cy="1920240"/>
          </a:xfrm>
          <a:prstGeom prst="rect">
            <a:avLst/>
          </a:prstGeom>
          <a:solidFill>
            <a:srgbClr val="F4F8FC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144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914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" y="960120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requirement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9047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REQUIREMENTS.md → find an ❌ item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183794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OPG-ID and workstream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777240"/>
            <a:ext cx="3977640" cy="1920240"/>
          </a:xfrm>
          <a:prstGeom prst="rect">
            <a:avLst/>
          </a:prstGeom>
          <a:solidFill>
            <a:srgbClr val="F4F8FC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9144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14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68112" y="960120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branch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49047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checkout -b feature/opg-XXX-short-description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37760" y="183794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OPG-ID in your branch 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3977640" cy="1920240"/>
          </a:xfrm>
          <a:prstGeom prst="rect">
            <a:avLst/>
          </a:prstGeom>
          <a:solidFill>
            <a:srgbClr val="F4F8FC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017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78992" y="3063240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&amp; test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59359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implementation in the appropriate module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94106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tests covering REQUIREMENTS.md acceptance criteria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288536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REQUIREMENTS.md: ❌ → ✅ with Notes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2880360"/>
            <a:ext cx="3977640" cy="1920240"/>
          </a:xfrm>
          <a:prstGeom prst="rect">
            <a:avLst/>
          </a:prstGeom>
          <a:solidFill>
            <a:srgbClr val="F4F8FC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92040" y="3017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68112" y="3063240"/>
            <a:ext cx="3172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359359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title: "feat: implement OPG-XXX Feature Name"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394106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body: acceptance criteria met, tests added, REQUIREMENTS.md updated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04672"/>
            <a:ext cx="402336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475488" y="804672"/>
            <a:ext cx="3913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Fail-Safe Defaults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76732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crash on provider failure. Return safe empty structures. Log errors at appropriate severity. Graceful degradation over exceptions.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804672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804672"/>
            <a:ext cx="402336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4864608" y="804672"/>
            <a:ext cx="3913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Independence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261872"/>
            <a:ext cx="376732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external data goes through ProviderBase. NullProvider for offline/test mode. DataPresence enum for missing-data semantics. Config-gated per feature.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07792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07792"/>
            <a:ext cx="402336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" y="2907792"/>
            <a:ext cx="3913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as Code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364992"/>
            <a:ext cx="376732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PolicyBundle with SHA-256 digest. DEFAULT_POLICY with 7 typed rules. All policy decisions traceable to specific rules. Configurable thresholds per environment.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907792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907792"/>
            <a:ext cx="402336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4864608" y="2907792"/>
            <a:ext cx="3913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Default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364992"/>
            <a:ext cx="376732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logging. RedactingFilter for credentials. ProviderResponse includes source_url and freshness. SARIF output for security tooling integration.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Contact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303520" cy="640080"/>
          </a:xfrm>
          <a:prstGeom prst="rect">
            <a:avLst/>
          </a:prstGeom>
          <a:solidFill>
            <a:srgbClr val="E8F4FD"/>
          </a:solidFill>
          <a:ln w="12700">
            <a:solidFill>
              <a:srgbClr val="A8CC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82296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965960" y="822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github.com/nddmars/OSSPolicyGuard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CC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72768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65960" y="157276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 (157 OPG-* requirements)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22576"/>
            <a:ext cx="5303520" cy="640080"/>
          </a:xfrm>
          <a:prstGeom prst="rect">
            <a:avLst/>
          </a:prstGeom>
          <a:solidFill>
            <a:srgbClr val="E8F4FD"/>
          </a:solidFill>
          <a:ln w="12700">
            <a:solidFill>
              <a:srgbClr val="A8C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22576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Schema: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65960" y="2322576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config.schema.json (JSON Schema draft 2020-12)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72384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C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72384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3072384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 —  213 tests, pytest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97880" y="777240"/>
            <a:ext cx="3017520" cy="3886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8686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Standards Referenced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1371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NVD API v2 (NIST)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17556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EPSS v3 (FIRST.org)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35040" y="21396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OSV Schema (osv.dev)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35040" y="25237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SARIF 2.1.0 (OASIS)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35040" y="290779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CycloneDX 1.5 (OWASP)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35040" y="3291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SPDX 2.3 (Linux Foundation)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35040" y="3675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OpenSSF Scorecard (Google)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97880" y="4114800"/>
            <a:ext cx="3017520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5897880" y="411480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Leadership: Surya Nalluri · Aluri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Roadmap — What's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1536192" cy="2834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Shape 2"/>
          <p:cNvSpPr/>
          <p:nvPr/>
        </p:nvSpPr>
        <p:spPr>
          <a:xfrm>
            <a:off x="438912" y="914400"/>
            <a:ext cx="1389888" cy="292608"/>
          </a:xfrm>
          <a:prstGeom prst="rect">
            <a:avLst/>
          </a:prstGeom>
          <a:solidFill>
            <a:srgbClr val="0D0D1E"/>
          </a:solidFill>
          <a:ln/>
        </p:spPr>
      </p:sp>
      <p:sp>
        <p:nvSpPr>
          <p:cNvPr id="5" name="Text 3"/>
          <p:cNvSpPr/>
          <p:nvPr/>
        </p:nvSpPr>
        <p:spPr>
          <a:xfrm>
            <a:off x="438912" y="9144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Current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1536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" y="1783080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" y="2560320"/>
            <a:ext cx="14264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OPG-065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929384" y="2103120"/>
            <a:ext cx="173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0552" y="822960"/>
            <a:ext cx="1536192" cy="2834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Shape 9"/>
          <p:cNvSpPr/>
          <p:nvPr/>
        </p:nvSpPr>
        <p:spPr>
          <a:xfrm>
            <a:off x="2203704" y="914400"/>
            <a:ext cx="1389888" cy="292608"/>
          </a:xfrm>
          <a:prstGeom prst="rect">
            <a:avLst/>
          </a:prstGeom>
          <a:solidFill>
            <a:srgbClr val="0D0D1E"/>
          </a:solidFill>
          <a:ln/>
        </p:spPr>
      </p:sp>
      <p:sp>
        <p:nvSpPr>
          <p:cNvPr id="12" name="Text 10"/>
          <p:cNvSpPr/>
          <p:nvPr/>
        </p:nvSpPr>
        <p:spPr>
          <a:xfrm>
            <a:off x="2203704" y="9144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Current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130552" y="1325880"/>
            <a:ext cx="1536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85416" y="1783080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85416" y="2560320"/>
            <a:ext cx="14264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OPG-066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OPG-132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94176" y="2103120"/>
            <a:ext cx="173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95344" y="822960"/>
            <a:ext cx="1536192" cy="2834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3968496" y="914400"/>
            <a:ext cx="1389888" cy="292608"/>
          </a:xfrm>
          <a:prstGeom prst="rect">
            <a:avLst/>
          </a:prstGeom>
          <a:solidFill>
            <a:srgbClr val="0D0D1E"/>
          </a:solidFill>
          <a:ln/>
        </p:spPr>
      </p:sp>
      <p:sp>
        <p:nvSpPr>
          <p:cNvPr id="19" name="Text 17"/>
          <p:cNvSpPr/>
          <p:nvPr/>
        </p:nvSpPr>
        <p:spPr>
          <a:xfrm>
            <a:off x="3968496" y="9144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95344" y="1325880"/>
            <a:ext cx="1536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50208" y="1783080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50208" y="2560320"/>
            <a:ext cx="14264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OPG-133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OPG-147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58968" y="2103120"/>
            <a:ext cx="173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0136" y="822960"/>
            <a:ext cx="1536192" cy="2834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Shape 23"/>
          <p:cNvSpPr/>
          <p:nvPr/>
        </p:nvSpPr>
        <p:spPr>
          <a:xfrm>
            <a:off x="5733288" y="914400"/>
            <a:ext cx="1389888" cy="292608"/>
          </a:xfrm>
          <a:prstGeom prst="rect">
            <a:avLst/>
          </a:prstGeom>
          <a:solidFill>
            <a:srgbClr val="0D0D1E"/>
          </a:solidFill>
          <a:ln/>
        </p:spPr>
      </p:sp>
      <p:sp>
        <p:nvSpPr>
          <p:cNvPr id="26" name="Text 24"/>
          <p:cNvSpPr/>
          <p:nvPr/>
        </p:nvSpPr>
        <p:spPr>
          <a:xfrm>
            <a:off x="5733288" y="9144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660136" y="1325880"/>
            <a:ext cx="1536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15000" y="1783080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715000" y="2560320"/>
            <a:ext cx="14264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OPG-148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OPG-153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23760" y="2103120"/>
            <a:ext cx="173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24928" y="822960"/>
            <a:ext cx="1536192" cy="2834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914400"/>
            <a:ext cx="1389888" cy="292608"/>
          </a:xfrm>
          <a:prstGeom prst="rect">
            <a:avLst/>
          </a:prstGeom>
          <a:solidFill>
            <a:srgbClr val="0D0D1E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0" y="9144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424928" y="1325880"/>
            <a:ext cx="1536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479792" y="1783080"/>
            <a:ext cx="1426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79792" y="2560320"/>
            <a:ext cx="14264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OPG-154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OPG-157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progress: REQUIREMENTS.md  │  OPG-001 through OPG-157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46720" y="4937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2026-08-15T14:46:24Z</dcterms:created>
  <dcterms:modified xsi:type="dcterms:W3CDTF">2026-08-15T14:46:24Z</dcterms:modified>
</cp:coreProperties>
</file>