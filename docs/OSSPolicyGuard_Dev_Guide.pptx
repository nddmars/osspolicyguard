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OSSPolicyGuard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Guide &amp; Architecture Reference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Security Policy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2801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83280" y="2743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Risk Intelligence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1005840"/>
            <a:ext cx="5486400" cy="566928"/>
          </a:xfrm>
          <a:prstGeom prst="rect">
            <a:avLst/>
          </a:prstGeom>
          <a:solidFill>
            <a:srgbClr val="F4F8F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Automated risk scoring for open source dependencies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1664208"/>
            <a:ext cx="54864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Policy-as-code: APPROVED / REVIEW / PROHIBITED decisions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83280" y="2322576"/>
            <a:ext cx="5486400" cy="566928"/>
          </a:xfrm>
          <a:prstGeom prst="rect">
            <a:avLst/>
          </a:prstGeom>
          <a:solidFill>
            <a:srgbClr val="F4F8FC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Pluggable providers: NVD, OSV, GitHub, EPSS, Scorecard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2980944"/>
            <a:ext cx="54864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Multi-ecosystem: npm, PyPI, crates.io, RubyGems, NuGet, Packagist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3749040"/>
            <a:ext cx="5486400" cy="685800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scoring model: weighted composite of Security (35%), Activity (30%), Trust (20%), Community (15%)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9768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Jupyter Notebook / REST API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591056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PolicyEngine  ←  EvaluationEngine  →  ScoringEngine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505456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429768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334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| OSV.dev | GitHub | EPSS | Scorecard | CISA KEV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419856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478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| Cache | Audit Log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548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1521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Single-module Python core (oss_scorer.py)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18379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ProviderBase ABC — injectable, mockable providers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0" y="25237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TTL-based in-memory cache per provider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32095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 on transient errors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38953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DataPresence enum for missing-data semantics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86384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86384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863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12471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throughout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86384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786384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863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4608" y="112471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PyYAML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· pytest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84832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84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APIs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423160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v2 · OSV.dev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FIRST.org (EPSS)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· CISA KEV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84832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0848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423160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SARIF 2.1.0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721608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unittest.mock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tests total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coverage target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402336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383280"/>
            <a:ext cx="4023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721608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5029200" cy="4069080"/>
          </a:xfrm>
          <a:prstGeom prst="rect">
            <a:avLst/>
          </a:prstGeom>
          <a:solidFill>
            <a:srgbClr val="F4F6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77824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OSSPolicyGuard/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oss_scorer.py          # Core scorer (1,514 lines)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config.yaml            # Configuration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config.schema.json     # JSON Schema validator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REQUIREMENTS.md        # 157 OPG requirements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src/osspolicyguard/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cli.py             # CLI entrypoint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models.py          # Typed dataclasses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policy.py          # PolicyBundle + rules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reports.py         # SARIF / Markdown output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advisory_dedup.py  # Union-find deduplication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typosquatting.py   # Edit-distance detection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kev.py             # CISA KEV provider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providers/         # ProviderBase + NullProvider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test_oss_scorer.py   # 163 unit tests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test_new_modules.py  # 50 new module tests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532120" y="78638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32120" y="1554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742432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oss_scorer.py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42432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scoring, CLI entry, all provider orchestration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23957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23042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25786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PolicyBundle evaluation, APPROVED/REVIEW/PROHIBITED decisions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32369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742432" y="31455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2432" y="34198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ProviderBase ABC, NullProvider for offline mode, HTTP retry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40782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742432" y="39867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4261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2.1.0 and Markdown output generation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704088"/>
          </a:xfrm>
          <a:prstGeom prst="rect">
            <a:avLst/>
          </a:prstGeom>
          <a:solidFill>
            <a:srgbClr val="F4F8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235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23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8321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813816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https://github.com/nddmars/OSSPolicyGuard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feature/my-feature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7335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581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563624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".[dev]"   # editable install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276856"/>
            <a:ext cx="8412480" cy="704088"/>
          </a:xfrm>
          <a:prstGeom prst="rect">
            <a:avLst/>
          </a:prstGeom>
          <a:solidFill>
            <a:srgbClr val="F4F8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2316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13432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config.yaml.example → config.yaml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GITHUB_TOKEN and NVD_API_KEY env vars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26664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7296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081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06324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 -v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 -q --tb=short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776472"/>
            <a:ext cx="8412480" cy="704088"/>
          </a:xfrm>
          <a:prstGeom prst="rect">
            <a:avLst/>
          </a:prstGeom>
          <a:solidFill>
            <a:srgbClr val="F4F8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22776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831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 schema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813048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jsonschema -i config.yaml config.schema.json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Evidence Provider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5120640" cy="4114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77824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src.osspolicyguard.providers import 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ProviderBase, ProviderResponse,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ProviderStatus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MyProvider(ProviderBase):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"my_provider"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fetch(self, package: str, **kwargs):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 = self._get(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f"https://api.example.com/{package}",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timeout=self._timeout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resp.status_code == 200: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ProviderResponse(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provider=self.name,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status=ProviderStatus.SUCCESS,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data=resp.json()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23560" y="7863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23560" y="13624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623560" y="1362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325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ProviderBase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200253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965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fetch() method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64261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ProviderResponse with typed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328269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246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 section (enabled, timeout, api_url)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39227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fixture tests covering auth + version listing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86384"/>
            <a:ext cx="269748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86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2697480" cy="3520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6187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HTTP calls with unittest.mock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203911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scorer method independently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8163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patch() for ProviderBase._get()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59359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tests in test_oss_scorer.py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786384"/>
            <a:ext cx="26974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786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133856"/>
            <a:ext cx="2697480" cy="3520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26187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 in test_new_modules.py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203911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exceptions, identity, reports, advisory dedup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28163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typosquatting, KEV provider, artifact inventory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74136" y="359359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policy evaluation with DataPresence enum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786384"/>
            <a:ext cx="2697480" cy="34747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7863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63056" y="1133856"/>
            <a:ext cx="2697480" cy="3520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6187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-v        # all, verbose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72784" y="203911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-k "Security"   # filter by name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72784" y="281635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--cov=src       # with coverage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72784" y="3593592"/>
            <a:ext cx="24780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-x              # stop on first fail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213 tests  │  Target: 90%+ coverage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70432" cy="71323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554480" y="10972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PR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10512" y="868680"/>
            <a:ext cx="1170432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810512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99232" y="10972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10512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isort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checks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55264" y="868680"/>
            <a:ext cx="1170432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55264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43984" y="10972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5264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config.schema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 validation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0016" y="868680"/>
            <a:ext cx="1170432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88736" y="10972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tests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44768" y="868680"/>
            <a:ext cx="1170432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33488" y="10972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if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80% coverage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89520" y="868680"/>
            <a:ext cx="1170432" cy="71323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86868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9520" y="163677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upload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2212848"/>
            <a:ext cx="841248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Quality Gates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67004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257860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Pre-commit: black, isort, mypy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67004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3447288" y="257860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213 tests must pass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67004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257860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fail if &lt; 80%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18211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09067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Schema: config.schema.json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46120" y="318211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3447288" y="309067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upload: GitHub Security tab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645152"/>
            <a:ext cx="8412480" cy="246888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requires all checks to pass before merge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Roadmap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977640" cy="1920240"/>
          </a:xfrm>
          <a:prstGeom prst="rect">
            <a:avLst/>
          </a:prstGeom>
          <a:solidFill>
            <a:srgbClr val="F4F8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960120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requirement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REQUIREMENTS.md → find an ❌ item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83794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OPG-ID and workstream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77640" cy="1920240"/>
          </a:xfrm>
          <a:prstGeom prst="rect">
            <a:avLst/>
          </a:prstGeom>
          <a:solidFill>
            <a:srgbClr val="F4F8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14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8112" y="960120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90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feature/opg-XXX-short-description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83794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OPG-ID in your branch 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3977640" cy="1920240"/>
          </a:xfrm>
          <a:prstGeom prst="rect">
            <a:avLst/>
          </a:prstGeom>
          <a:solidFill>
            <a:srgbClr val="F4F8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063240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implementation in the appropriate module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9410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tests covering REQUIREMENTS.md acceptance criteria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28853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REQUIREMENTS.md: ❌ → ✅ with Notes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3977640" cy="1920240"/>
          </a:xfrm>
          <a:prstGeom prst="rect">
            <a:avLst/>
          </a:prstGeom>
          <a:solidFill>
            <a:srgbClr val="F4F8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68112" y="3063240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5935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title: "feat: implement OPG-XXX Feature Name"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9410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body: acceptance criteria met, tests added, REQUIREMENTS.md updated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40233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8046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Defaults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crash on provider failure. Return safe empty structures. Log errors at appropriate severity. Graceful degradation over exceptions.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804672"/>
            <a:ext cx="40233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80467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Independence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data goes through ProviderBase. NullProvider for offline/test mode. DataPresence enum for missing-data semantics. Config-gated per feature.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07792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07792"/>
            <a:ext cx="40233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90779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PolicyBundle with SHA-256 digest. DEFAULT_POLICY with 7 typed rules. All policy decisions traceable to specific rules. Configurable thresholds per environment.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07792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907792"/>
            <a:ext cx="402336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90779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by 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64992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logging. RedactingFilter for credentials. ProviderResponse includes source_url and freshness. SARIF output for security tooling integration.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Contact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30352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8CC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65960" y="822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github.com/nddmars/OSSPolicyGuard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5727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 (157 OPG-* requirements)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530352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A8C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22576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Schema: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32257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config.schema.json (JSON Schema draft 2020-12)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72384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72384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07238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 —  213 tests, pytest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777240"/>
            <a:ext cx="3017520" cy="3886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868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Standards Referenced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NVD API v2 (NIST)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1755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EPSS v3 (FIRST.org)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1396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OSV Schema (osv.dev)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5237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SARIF 2.1.0 (OASIS)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CycloneDX 1.5 (OWASP)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SPDX 2.3 (Linux Foundation)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3675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OpenSSF Scorecard (Google)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97880" y="4114800"/>
            <a:ext cx="3017520" cy="4206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4114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Surya Nalluri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—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536192" cy="2834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914400"/>
            <a:ext cx="1389888" cy="292608"/>
          </a:xfrm>
          <a:prstGeom prst="rect">
            <a:avLst/>
          </a:prstGeom>
          <a:solidFill>
            <a:srgbClr val="0D0D1E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9144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Current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" y="178308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25603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OPG-001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OPG-065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9384" y="21031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822960"/>
            <a:ext cx="1536192" cy="2834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203704" y="914400"/>
            <a:ext cx="1389888" cy="292608"/>
          </a:xfrm>
          <a:prstGeom prst="rect">
            <a:avLst/>
          </a:prstGeom>
          <a:solidFill>
            <a:srgbClr val="0D0D1E"/>
          </a:solidFill>
          <a:ln/>
        </p:spPr>
      </p:sp>
      <p:sp>
        <p:nvSpPr>
          <p:cNvPr id="12" name="Text 10"/>
          <p:cNvSpPr/>
          <p:nvPr/>
        </p:nvSpPr>
        <p:spPr>
          <a:xfrm>
            <a:off x="2203704" y="9144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Current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30552" y="132588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85416" y="178308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85416" y="25603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OPG-066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OPG-132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94176" y="21031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95344" y="822960"/>
            <a:ext cx="1536192" cy="2834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968496" y="914400"/>
            <a:ext cx="1389888" cy="292608"/>
          </a:xfrm>
          <a:prstGeom prst="rect">
            <a:avLst/>
          </a:prstGeom>
          <a:solidFill>
            <a:srgbClr val="0D0D1E"/>
          </a:solidFill>
          <a:ln/>
        </p:spPr>
      </p:sp>
      <p:sp>
        <p:nvSpPr>
          <p:cNvPr id="19" name="Text 17"/>
          <p:cNvSpPr/>
          <p:nvPr/>
        </p:nvSpPr>
        <p:spPr>
          <a:xfrm>
            <a:off x="3968496" y="9144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95344" y="132588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50208" y="178308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50208" y="25603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OPG-133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OPG-147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58968" y="21031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0136" y="822960"/>
            <a:ext cx="1536192" cy="2834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5733288" y="914400"/>
            <a:ext cx="1389888" cy="292608"/>
          </a:xfrm>
          <a:prstGeom prst="rect">
            <a:avLst/>
          </a:prstGeom>
          <a:solidFill>
            <a:srgbClr val="0D0D1E"/>
          </a:solidFill>
          <a:ln/>
        </p:spPr>
      </p:sp>
      <p:sp>
        <p:nvSpPr>
          <p:cNvPr id="26" name="Text 24"/>
          <p:cNvSpPr/>
          <p:nvPr/>
        </p:nvSpPr>
        <p:spPr>
          <a:xfrm>
            <a:off x="5733288" y="9144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0136" y="132588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15000" y="178308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25603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OPG-148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OPG-153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23760" y="2103120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24928" y="822960"/>
            <a:ext cx="1536192" cy="2834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914400"/>
            <a:ext cx="1389888" cy="292608"/>
          </a:xfrm>
          <a:prstGeom prst="rect">
            <a:avLst/>
          </a:prstGeom>
          <a:solidFill>
            <a:srgbClr val="0D0D1E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91440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24928" y="132588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79792" y="178308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79792" y="256032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OPG-154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OPG-157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progress: REQUIREMENTS.md  │  OPG-001 through OPG-157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Nalluri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2026-08-15T14:46:24Z</dcterms:created>
  <dcterms:modified xsi:type="dcterms:W3CDTF">2026-08-15T14:46:24Z</dcterms:modified>
</cp:coreProperties>
</file>